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12192000" cy="54864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RutaSur Logística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Corporativa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milla. Donde Chile necesita.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Enero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20240" cy="2560320"/>
          </a:xfrm>
          <a:prstGeom prst="rect">
            <a:avLst/>
          </a:prstGeom>
          <a:solidFill>
            <a:srgbClr val="EBF3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en 2018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Santiago, Chile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560320"/>
          </a:xfrm>
          <a:prstGeom prst="rect">
            <a:avLst/>
          </a:prstGeom>
          <a:solidFill>
            <a:srgbClr val="EBF3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millones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anuales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2560320"/>
          </a:xfrm>
          <a:prstGeom prst="rect">
            <a:avLst/>
          </a:prstGeom>
          <a:solidFill>
            <a:srgbClr val="EBF3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Chile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280160"/>
            <a:ext cx="1920240" cy="2560320"/>
          </a:xfrm>
          <a:prstGeom prst="rect">
            <a:avLst/>
          </a:prstGeom>
          <a:solidFill>
            <a:srgbClr val="EBF3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chilena enfocada en mensajería y última milla con cobertura nacional y tecnología propia de rastreo.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Servicios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3200400"/>
          </a:xfrm>
          <a:prstGeom prst="rect">
            <a:avLst/>
          </a:prstGeom>
          <a:solidFill>
            <a:srgbClr val="1C3557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Estándar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nacional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2-10 días hábiles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$2.990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3200400"/>
          </a:xfrm>
          <a:prstGeom prst="rect">
            <a:avLst/>
          </a:prstGeom>
          <a:solidFill>
            <a:srgbClr val="EBF3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Exprés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 horas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Recargo $3.500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560320" cy="3200400"/>
          </a:xfrm>
          <a:prstGeom prst="rect">
            <a:avLst/>
          </a:prstGeom>
          <a:solidFill>
            <a:srgbClr val="EBF3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Inversa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20116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 coordinadas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para el comprador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Rastreo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61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Rastreo en tiempo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cada 4 horas vía web y app móvil (Android/iOS)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seguimiento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RS + 10 dígitos, generado automáticamente al admitir el envío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502920" cy="5029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4564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RutaSur Repartidor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rutas, escaneo de paquetes y registro de entregas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502920" cy="5029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5537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correo y push en cada cambio de estado relevante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2926080"/>
          </a:xfrm>
          <a:prstGeom prst="rect">
            <a:avLst/>
          </a:prstGeom>
          <a:solidFill>
            <a:srgbClr val="F8FAFC"/>
          </a:solidFill>
          <a:ln w="38100">
            <a:solidFill>
              <a:srgbClr val="1C35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Centro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Valparaíso · O'Higgins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días hábiles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2926080"/>
          </a:xfrm>
          <a:prstGeom prst="rect">
            <a:avLst/>
          </a:prstGeom>
          <a:solidFill>
            <a:srgbClr val="F8FAFC"/>
          </a:solidFill>
          <a:ln w="381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88720"/>
            <a:ext cx="256032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Norte/Sur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del país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días hábiles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2926080"/>
          </a:xfrm>
          <a:prstGeom prst="rect">
            <a:avLst/>
          </a:prstGeom>
          <a:solidFill>
            <a:srgbClr val="F8FAFC"/>
          </a:solidFill>
          <a:ln w="38100">
            <a:solidFill>
              <a:srgbClr val="E879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88720"/>
            <a:ext cx="2560320" cy="5029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Extrema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Arica · Aysén · Magallanes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días hábiles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 realizamos envíos internacionales. Zonas extremas aplican recargos según tarifa vigente.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92000" cy="54864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Contáctanos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general: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soporte@rutasur.cl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formales: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reclamos@rutasur.cl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3108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+56 2 2555 0000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rutasur.cl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a viernes 9:00-19:00 · Sábado 9:00-14:00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2026-07-07T01:33:31Z</dcterms:created>
  <dcterms:modified xsi:type="dcterms:W3CDTF">2026-07-07T01:33:31Z</dcterms:modified>
</cp:coreProperties>
</file>